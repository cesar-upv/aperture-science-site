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0972800" cy="8915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1. Nuestra estrategia</a:t>
            </a:r>
          </a:p>
        </p:txBody>
      </p:sp>
      <p:pic>
        <p:nvPicPr>
          <p:cNvPr id="3" name="Picture 2" descr="00-estrategia-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1.1 Nuestra filosofía</a:t>
            </a:r>
          </a:p>
        </p:txBody>
      </p:sp>
      <p:pic>
        <p:nvPicPr>
          <p:cNvPr id="3" name="Picture 2" descr="01-estrategia-filosof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1.2 Nuestro panorama</a:t>
            </a:r>
          </a:p>
        </p:txBody>
      </p:sp>
      <p:pic>
        <p:nvPicPr>
          <p:cNvPr id="3" name="Picture 2" descr="02-pano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1.3 Hacia dónde vamos</a:t>
            </a:r>
          </a:p>
        </p:txBody>
      </p:sp>
      <p:pic>
        <p:nvPicPr>
          <p:cNvPr id="3" name="Picture 2" descr="03-obje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1.4 Nuestras estrategias</a:t>
            </a:r>
          </a:p>
        </p:txBody>
      </p:sp>
      <p:pic>
        <p:nvPicPr>
          <p:cNvPr id="3" name="Picture 2" descr="04-estrate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1.5 De la estrategia a la acción</a:t>
            </a:r>
          </a:p>
        </p:txBody>
      </p:sp>
      <p:pic>
        <p:nvPicPr>
          <p:cNvPr id="3" name="Picture 2" descr="05-a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2. Nuestra organización · Nuestra estructura</a:t>
            </a:r>
          </a:p>
        </p:txBody>
      </p:sp>
      <p:pic>
        <p:nvPicPr>
          <p:cNvPr id="3" name="Picture 2" descr="06-organizacion-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2.2 Nuestras áreas</a:t>
            </a:r>
          </a:p>
        </p:txBody>
      </p:sp>
      <p:pic>
        <p:nvPicPr>
          <p:cNvPr id="3" name="Picture 2" descr="07-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2.3 Nuestro equipo · Dirección, Manufactura e Investigación</a:t>
            </a:r>
          </a:p>
        </p:txBody>
      </p:sp>
      <p:pic>
        <p:nvPicPr>
          <p:cNvPr id="3" name="Picture 2" descr="08-equipo-dir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2.3 Nuestro equipo · Personas, Calidad y Seguridad</a:t>
            </a:r>
          </a:p>
        </p:txBody>
      </p:sp>
      <p:pic>
        <p:nvPicPr>
          <p:cNvPr id="3" name="Picture 2" descr="09-equipo-personas-c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3. Nuestra forma de trabajar · Cultura y liderazgo</a:t>
            </a:r>
          </a:p>
        </p:txBody>
      </p:sp>
      <p:pic>
        <p:nvPicPr>
          <p:cNvPr id="3" name="Picture 2" descr="10-cul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3.2–3.5 Liderazgo, comunicación, motivación y colaboración</a:t>
            </a:r>
          </a:p>
        </p:txBody>
      </p:sp>
      <p:pic>
        <p:nvPicPr>
          <p:cNvPr id="3" name="Picture 2" descr="11-colabo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4. Nuestro compromiso · Nuestros estándares</a:t>
            </a:r>
          </a:p>
        </p:txBody>
      </p:sp>
      <p:pic>
        <p:nvPicPr>
          <p:cNvPr id="3" name="Picture 2" descr="12-compromiso-estand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4.2 Medimos nuestros resultados</a:t>
            </a:r>
          </a:p>
        </p:txBody>
      </p:sp>
      <p:pic>
        <p:nvPicPr>
          <p:cNvPr id="3" name="Picture 2" descr="13-resul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88DFFF"/>
                </a:solidFill>
              </a:defRPr>
            </a:pPr>
            <a:r>
              <a:t>4.3 Seguimiento y mejora</a:t>
            </a:r>
          </a:p>
        </p:txBody>
      </p:sp>
      <p:pic>
        <p:nvPicPr>
          <p:cNvPr id="3" name="Picture 2" descr="14-mej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09728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